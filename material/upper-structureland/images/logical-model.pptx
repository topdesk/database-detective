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2" autoAdjust="0"/>
    <p:restoredTop sz="94660"/>
  </p:normalViewPr>
  <p:slideViewPr>
    <p:cSldViewPr snapToGrid="0">
      <p:cViewPr>
        <p:scale>
          <a:sx n="100" d="100"/>
          <a:sy n="100" d="100"/>
        </p:scale>
        <p:origin x="58" y="-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9F91-D73B-0818-3621-1C2644576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538D0-339B-4BE6-731C-15EB97151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D2EA6-5D1C-A065-68A2-505D1123C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091C-4864-4BC4-9447-62BA52EF2D93}" type="datetimeFigureOut">
              <a:rPr lang="hu-HU" smtClean="0"/>
              <a:t>2022. 05. 19.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6BB19-A8E2-4525-3B42-A2EE13BF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36936-3917-E7D9-E5D0-30AA91396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946C-7AEC-4CBA-9D24-47341B7D80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655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D34BF-0D1E-4E5C-97F5-C1B21CC1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D5CF3-BD82-6813-B1A3-D25A197E7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538B8-9706-3172-E492-7F799816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091C-4864-4BC4-9447-62BA52EF2D93}" type="datetimeFigureOut">
              <a:rPr lang="hu-HU" smtClean="0"/>
              <a:t>2022. 05. 19.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B4644-E9C5-EC38-CD1A-0B90A01CF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7B38F-8BB8-EA59-B5C4-D8E08F90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946C-7AEC-4CBA-9D24-47341B7D80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9025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F08E-F0F8-D701-5A6B-7C410EB3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E41E1-77DA-7C3A-D6E5-B86743922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19254-88AC-C183-9722-138955AF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091C-4864-4BC4-9447-62BA52EF2D93}" type="datetimeFigureOut">
              <a:rPr lang="hu-HU" smtClean="0"/>
              <a:t>2022. 05. 19.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82546-26E5-4E04-BF2F-D895A202F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06D9C-3C75-E90E-DDEE-56B41FC70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946C-7AEC-4CBA-9D24-47341B7D80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067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25A8-41AB-1DBB-7672-DE5007F0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D061-BDF8-2DBB-41EA-6886E7AF0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A0D8C-9331-C1B6-9EC0-EFCC97E2D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F3CF3-5B85-BA33-20B2-85AAF1EEE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091C-4864-4BC4-9447-62BA52EF2D93}" type="datetimeFigureOut">
              <a:rPr lang="hu-HU" smtClean="0"/>
              <a:t>2022. 05. 19.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B6F62-293B-2A04-F740-D79392FC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249E0-3AF5-EF17-019B-7F06B509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946C-7AEC-4CBA-9D24-47341B7D80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3133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67E5D-C90D-BE83-694C-6975A36E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81B01-07F9-76CF-C38A-5D1BAC6A7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20143-B9FA-E131-FEA7-DAD6A1C3B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A1ABE-47AA-C0FC-68A1-99A04D65E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2E8A27-7774-4CE0-EEFC-31321FF68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ADFA56-B478-D1CE-D260-D0564A5D8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091C-4864-4BC4-9447-62BA52EF2D93}" type="datetimeFigureOut">
              <a:rPr lang="hu-HU" smtClean="0"/>
              <a:t>2022. 05. 19.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2382E8-963B-356A-8120-7312CE74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DF3F82-B900-694E-D1CA-B6C066F6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946C-7AEC-4CBA-9D24-47341B7D80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51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8AD6D-424D-D0CB-9F17-9F1FCECFB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1D711-EB85-A9F0-0BFC-1F47E88C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091C-4864-4BC4-9447-62BA52EF2D93}" type="datetimeFigureOut">
              <a:rPr lang="hu-HU" smtClean="0"/>
              <a:t>2022. 05. 19.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7F4CD8-7689-81C5-7BDA-A0DF7B1A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82CD4-6DC0-EB18-1AB2-9FEC5A8B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946C-7AEC-4CBA-9D24-47341B7D80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073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550A1-A3DF-7912-DADE-22D6040E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091C-4864-4BC4-9447-62BA52EF2D93}" type="datetimeFigureOut">
              <a:rPr lang="hu-HU" smtClean="0"/>
              <a:t>2022. 05. 19.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4FFEEA-D2BC-6A88-C7AA-627C2E574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73962-495F-A87C-290E-4A18F533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946C-7AEC-4CBA-9D24-47341B7D80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6336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10B3-FE3A-0FCF-26A7-9E9842A69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F13FB-B765-AEDE-7139-D8FFB2065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A08AB-0808-D568-7530-8F30F9738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61FE2-EFD5-BB66-6C18-20617E357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091C-4864-4BC4-9447-62BA52EF2D93}" type="datetimeFigureOut">
              <a:rPr lang="hu-HU" smtClean="0"/>
              <a:t>2022. 05. 19.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3077C-4E66-305D-BC91-B44E9A58A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EFE8A-B844-9CA0-4B76-16044483B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946C-7AEC-4CBA-9D24-47341B7D80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7662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81CD-FBDE-6FF4-EABC-4FCE0C181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47543B-B0E1-98F6-C457-56D14FB89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E5F01-78C3-A058-A70B-879F5C06A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27B61-5E81-D7B3-0906-E9CF4F648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091C-4864-4BC4-9447-62BA52EF2D93}" type="datetimeFigureOut">
              <a:rPr lang="hu-HU" smtClean="0"/>
              <a:t>2022. 05. 19.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49006-B32B-0061-5DBA-0D6C3FEB1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E2BF2-C206-ED45-EFB9-FD38547A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946C-7AEC-4CBA-9D24-47341B7D80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088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A6E1-D2D2-15FD-14DC-85DA8351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ECF87-E311-C70F-D7FF-380403045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41734-7893-014C-CBAD-2B7B153EE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091C-4864-4BC4-9447-62BA52EF2D93}" type="datetimeFigureOut">
              <a:rPr lang="hu-HU" smtClean="0"/>
              <a:t>2022. 05. 19.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B3016-1370-A318-C51F-3076181F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D6940-B27F-32CD-72C8-3AC1EB0F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946C-7AEC-4CBA-9D24-47341B7D80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0877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469A8-6FAC-FCDF-D5F9-14D77FD59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58074-B5DF-B556-C27D-4656658B0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D99D4-D802-B919-34A6-1877CCD1E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091C-4864-4BC4-9447-62BA52EF2D93}" type="datetimeFigureOut">
              <a:rPr lang="hu-HU" smtClean="0"/>
              <a:t>2022. 05. 19.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A4CA8-C2DF-9836-B8FC-484FA666E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F255F-6563-E0DB-4C95-F524D17D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1946C-7AEC-4CBA-9D24-47341B7D80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938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FC02D-33CC-FD3E-170A-4C627EBD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3D93F-BE1F-FE42-8AD4-03CE600A2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BCA61-9D41-DF72-6CAA-018647331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9091C-4864-4BC4-9447-62BA52EF2D93}" type="datetimeFigureOut">
              <a:rPr lang="hu-HU" smtClean="0"/>
              <a:t>2022. 05. 19.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28E37-A943-FCB6-9B52-199E9D548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9F6D1-3BD1-DEFE-9D91-8750E8A19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1946C-7AEC-4CBA-9D24-47341B7D80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779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5B30195-F169-9FBD-63BB-C971B9B1E7D9}"/>
              </a:ext>
            </a:extLst>
          </p:cNvPr>
          <p:cNvGrpSpPr/>
          <p:nvPr/>
        </p:nvGrpSpPr>
        <p:grpSpPr>
          <a:xfrm>
            <a:off x="4589596" y="1560162"/>
            <a:ext cx="1482572" cy="1207364"/>
            <a:chOff x="3027284" y="1837677"/>
            <a:chExt cx="1482572" cy="12073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B4D918-EA97-332B-488B-90EBB4D63286}"/>
                </a:ext>
              </a:extLst>
            </p:cNvPr>
            <p:cNvSpPr/>
            <p:nvPr/>
          </p:nvSpPr>
          <p:spPr>
            <a:xfrm>
              <a:off x="3027285" y="1837678"/>
              <a:ext cx="1482571" cy="12073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23DAF25-BB15-D95C-5335-D08CDFA42028}"/>
                </a:ext>
              </a:extLst>
            </p:cNvPr>
            <p:cNvSpPr/>
            <p:nvPr/>
          </p:nvSpPr>
          <p:spPr>
            <a:xfrm>
              <a:off x="3027284" y="1837677"/>
              <a:ext cx="1482571" cy="4630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5C0128E-E663-DD3A-D512-26C1B4D51C41}"/>
              </a:ext>
            </a:extLst>
          </p:cNvPr>
          <p:cNvSpPr txBox="1"/>
          <p:nvPr/>
        </p:nvSpPr>
        <p:spPr>
          <a:xfrm>
            <a:off x="4589595" y="1283164"/>
            <a:ext cx="73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P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erson</a:t>
            </a:r>
            <a:endParaRPr lang="hu-HU" sz="1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33FB58-B879-AC18-E9B6-34841676D847}"/>
              </a:ext>
            </a:extLst>
          </p:cNvPr>
          <p:cNvGrpSpPr/>
          <p:nvPr/>
        </p:nvGrpSpPr>
        <p:grpSpPr>
          <a:xfrm>
            <a:off x="8323577" y="2429792"/>
            <a:ext cx="1482572" cy="1207363"/>
            <a:chOff x="3027284" y="1837678"/>
            <a:chExt cx="1482572" cy="12073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86DBAF-99EF-B496-EB99-12EBBA718E4F}"/>
                </a:ext>
              </a:extLst>
            </p:cNvPr>
            <p:cNvSpPr/>
            <p:nvPr/>
          </p:nvSpPr>
          <p:spPr>
            <a:xfrm>
              <a:off x="3027285" y="1837678"/>
              <a:ext cx="1482571" cy="12073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786822-5E67-99E4-18B2-08A744FEBA0F}"/>
                </a:ext>
              </a:extLst>
            </p:cNvPr>
            <p:cNvSpPr/>
            <p:nvPr/>
          </p:nvSpPr>
          <p:spPr>
            <a:xfrm>
              <a:off x="3027284" y="1837678"/>
              <a:ext cx="1482571" cy="3447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C926870-460A-7C1B-DF62-BFEE5D059727}"/>
              </a:ext>
            </a:extLst>
          </p:cNvPr>
          <p:cNvSpPr txBox="1"/>
          <p:nvPr/>
        </p:nvSpPr>
        <p:spPr>
          <a:xfrm>
            <a:off x="8323576" y="2152793"/>
            <a:ext cx="73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Car</a:t>
            </a:r>
            <a:endParaRPr lang="hu-HU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D78A36E-48B1-D533-92FB-46398FBB5775}"/>
              </a:ext>
            </a:extLst>
          </p:cNvPr>
          <p:cNvGrpSpPr/>
          <p:nvPr/>
        </p:nvGrpSpPr>
        <p:grpSpPr>
          <a:xfrm>
            <a:off x="8972035" y="4795538"/>
            <a:ext cx="1482572" cy="1207363"/>
            <a:chOff x="3027284" y="1837678"/>
            <a:chExt cx="1482572" cy="12073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946415-AFBF-912B-4F4F-0BCD7F42A1BD}"/>
                </a:ext>
              </a:extLst>
            </p:cNvPr>
            <p:cNvSpPr/>
            <p:nvPr/>
          </p:nvSpPr>
          <p:spPr>
            <a:xfrm>
              <a:off x="3027285" y="1837678"/>
              <a:ext cx="1482571" cy="12073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9F78B89-206E-007F-4101-5FE7C71F2210}"/>
                </a:ext>
              </a:extLst>
            </p:cNvPr>
            <p:cNvSpPr/>
            <p:nvPr/>
          </p:nvSpPr>
          <p:spPr>
            <a:xfrm>
              <a:off x="3027284" y="1837678"/>
              <a:ext cx="1482571" cy="3447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D6601B5-7768-2B37-E201-6DC47E1F0A8B}"/>
              </a:ext>
            </a:extLst>
          </p:cNvPr>
          <p:cNvSpPr txBox="1"/>
          <p:nvPr/>
        </p:nvSpPr>
        <p:spPr>
          <a:xfrm>
            <a:off x="8972034" y="4518539"/>
            <a:ext cx="73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Call</a:t>
            </a:r>
            <a:endParaRPr lang="hu-HU" sz="1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390A1FB-88CD-9671-F908-FC64C266F14B}"/>
              </a:ext>
            </a:extLst>
          </p:cNvPr>
          <p:cNvGrpSpPr/>
          <p:nvPr/>
        </p:nvGrpSpPr>
        <p:grpSpPr>
          <a:xfrm>
            <a:off x="5564370" y="4728920"/>
            <a:ext cx="1482572" cy="1207363"/>
            <a:chOff x="3027284" y="1837678"/>
            <a:chExt cx="1482572" cy="120736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C0F884E-27AA-9A48-CBA8-2C55649EDBE5}"/>
                </a:ext>
              </a:extLst>
            </p:cNvPr>
            <p:cNvSpPr/>
            <p:nvPr/>
          </p:nvSpPr>
          <p:spPr>
            <a:xfrm>
              <a:off x="3027285" y="1837678"/>
              <a:ext cx="1482571" cy="12073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819C1F0-E3E0-5A04-7B15-829207B1A947}"/>
                </a:ext>
              </a:extLst>
            </p:cNvPr>
            <p:cNvSpPr/>
            <p:nvPr/>
          </p:nvSpPr>
          <p:spPr>
            <a:xfrm>
              <a:off x="3027284" y="1837678"/>
              <a:ext cx="1482571" cy="4384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BF606E1-C40A-06A2-EB92-6ED32FC6F332}"/>
              </a:ext>
            </a:extLst>
          </p:cNvPr>
          <p:cNvSpPr txBox="1"/>
          <p:nvPr/>
        </p:nvSpPr>
        <p:spPr>
          <a:xfrm>
            <a:off x="5495142" y="4451921"/>
            <a:ext cx="736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Phone</a:t>
            </a:r>
            <a:endParaRPr lang="hu-HU" sz="12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5DA1963-2755-DEC7-23E8-DA57F438A160}"/>
              </a:ext>
            </a:extLst>
          </p:cNvPr>
          <p:cNvGrpSpPr/>
          <p:nvPr/>
        </p:nvGrpSpPr>
        <p:grpSpPr>
          <a:xfrm>
            <a:off x="541984" y="2884028"/>
            <a:ext cx="1482572" cy="1207363"/>
            <a:chOff x="3027284" y="1837678"/>
            <a:chExt cx="1482572" cy="12073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26C23F5-8769-C4DF-02FA-D9DB8B853CAF}"/>
                </a:ext>
              </a:extLst>
            </p:cNvPr>
            <p:cNvSpPr/>
            <p:nvPr/>
          </p:nvSpPr>
          <p:spPr>
            <a:xfrm>
              <a:off x="3027285" y="1837678"/>
              <a:ext cx="1482571" cy="12073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55C4F7-B6EF-4407-16A9-64C7302C7736}"/>
                </a:ext>
              </a:extLst>
            </p:cNvPr>
            <p:cNvSpPr/>
            <p:nvPr/>
          </p:nvSpPr>
          <p:spPr>
            <a:xfrm>
              <a:off x="3027284" y="1837678"/>
              <a:ext cx="1482571" cy="5449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D8B75F69-2E3C-AA35-EBE8-FC5D6DF5C759}"/>
              </a:ext>
            </a:extLst>
          </p:cNvPr>
          <p:cNvSpPr txBox="1"/>
          <p:nvPr/>
        </p:nvSpPr>
        <p:spPr>
          <a:xfrm>
            <a:off x="541983" y="2607029"/>
            <a:ext cx="9233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Account</a:t>
            </a:r>
            <a:endParaRPr lang="hu-HU" sz="12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055EFE-1F52-4D74-8B41-67EE68C38934}"/>
              </a:ext>
            </a:extLst>
          </p:cNvPr>
          <p:cNvGrpSpPr/>
          <p:nvPr/>
        </p:nvGrpSpPr>
        <p:grpSpPr>
          <a:xfrm>
            <a:off x="2043983" y="5068314"/>
            <a:ext cx="1482572" cy="1207363"/>
            <a:chOff x="3027284" y="1837678"/>
            <a:chExt cx="1482572" cy="120736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DEB4303-3507-DCEA-AF89-0DBBE0ACC9C7}"/>
                </a:ext>
              </a:extLst>
            </p:cNvPr>
            <p:cNvSpPr/>
            <p:nvPr/>
          </p:nvSpPr>
          <p:spPr>
            <a:xfrm>
              <a:off x="3027285" y="1837678"/>
              <a:ext cx="1482571" cy="12073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C7F90B0-55A4-BC49-8776-8FDA9FED2739}"/>
                </a:ext>
              </a:extLst>
            </p:cNvPr>
            <p:cNvSpPr/>
            <p:nvPr/>
          </p:nvSpPr>
          <p:spPr>
            <a:xfrm>
              <a:off x="3027284" y="1837678"/>
              <a:ext cx="1482571" cy="3447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8CCCC3C-C14D-3B2B-F22E-F843BD34A6EE}"/>
              </a:ext>
            </a:extLst>
          </p:cNvPr>
          <p:cNvSpPr txBox="1"/>
          <p:nvPr/>
        </p:nvSpPr>
        <p:spPr>
          <a:xfrm>
            <a:off x="2043982" y="4791315"/>
            <a:ext cx="1104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Transfer</a:t>
            </a:r>
            <a:endParaRPr lang="hu-HU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CD8FD3-0CE4-8CBB-72DD-6B250ECFEF64}"/>
              </a:ext>
            </a:extLst>
          </p:cNvPr>
          <p:cNvSpPr txBox="1"/>
          <p:nvPr/>
        </p:nvSpPr>
        <p:spPr>
          <a:xfrm>
            <a:off x="5564361" y="5167374"/>
            <a:ext cx="14825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404040"/>
                </a:solidFill>
                <a:latin typeface="Lato" panose="020F0502020204030203" pitchFamily="34" charset="0"/>
              </a:rPr>
              <a:t>Owner_id</a:t>
            </a:r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 (FK)</a:t>
            </a:r>
            <a:endParaRPr lang="hu-HU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FE703-DC6E-07A3-5014-3D280A20345E}"/>
              </a:ext>
            </a:extLst>
          </p:cNvPr>
          <p:cNvSpPr txBox="1"/>
          <p:nvPr/>
        </p:nvSpPr>
        <p:spPr>
          <a:xfrm>
            <a:off x="8972034" y="5144053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404040"/>
                </a:solidFill>
                <a:latin typeface="Lato" panose="020F0502020204030203" pitchFamily="34" charset="0"/>
              </a:rPr>
              <a:t>From_IMEI</a:t>
            </a:r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 (FK)</a:t>
            </a:r>
            <a:endParaRPr lang="hu-HU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C47345-21DD-5917-56B8-1E14516DA4A2}"/>
              </a:ext>
            </a:extLst>
          </p:cNvPr>
          <p:cNvSpPr txBox="1"/>
          <p:nvPr/>
        </p:nvSpPr>
        <p:spPr>
          <a:xfrm>
            <a:off x="8972034" y="5332537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404040"/>
                </a:solidFill>
                <a:latin typeface="Lato" panose="020F0502020204030203" pitchFamily="34" charset="0"/>
              </a:rPr>
              <a:t>To_IMEI</a:t>
            </a:r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 (FK)</a:t>
            </a:r>
            <a:endParaRPr lang="hu-HU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40A009-4A67-3543-F8AF-B66BF5877769}"/>
              </a:ext>
            </a:extLst>
          </p:cNvPr>
          <p:cNvSpPr txBox="1"/>
          <p:nvPr/>
        </p:nvSpPr>
        <p:spPr>
          <a:xfrm>
            <a:off x="557974" y="3436570"/>
            <a:ext cx="14665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404040"/>
                </a:solidFill>
                <a:latin typeface="Lato" panose="020F0502020204030203" pitchFamily="34" charset="0"/>
              </a:rPr>
              <a:t>Owner_id</a:t>
            </a:r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 (FK)</a:t>
            </a:r>
            <a:endParaRPr lang="hu-HU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01073E-FA3E-0E82-E83B-047E810701A9}"/>
              </a:ext>
            </a:extLst>
          </p:cNvPr>
          <p:cNvSpPr txBox="1"/>
          <p:nvPr/>
        </p:nvSpPr>
        <p:spPr>
          <a:xfrm>
            <a:off x="2043981" y="5428010"/>
            <a:ext cx="14825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404040"/>
                </a:solidFill>
                <a:latin typeface="Lato" panose="020F0502020204030203" pitchFamily="34" charset="0"/>
              </a:rPr>
              <a:t>From_IBAN</a:t>
            </a:r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 (FK)</a:t>
            </a:r>
            <a:endParaRPr lang="hu-HU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AB2893-7D8B-C814-3850-BA7C47D95021}"/>
              </a:ext>
            </a:extLst>
          </p:cNvPr>
          <p:cNvSpPr txBox="1"/>
          <p:nvPr/>
        </p:nvSpPr>
        <p:spPr>
          <a:xfrm>
            <a:off x="2043977" y="5634843"/>
            <a:ext cx="14825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404040"/>
                </a:solidFill>
                <a:latin typeface="Lato" panose="020F0502020204030203" pitchFamily="34" charset="0"/>
              </a:rPr>
              <a:t>To_IBAN</a:t>
            </a:r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 (FK)</a:t>
            </a:r>
            <a:endParaRPr lang="hu-HU" sz="1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EA6735-074B-182B-8662-106BBBAEC993}"/>
              </a:ext>
            </a:extLst>
          </p:cNvPr>
          <p:cNvSpPr txBox="1"/>
          <p:nvPr/>
        </p:nvSpPr>
        <p:spPr>
          <a:xfrm>
            <a:off x="541983" y="2928989"/>
            <a:ext cx="14825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IBAN (PK)</a:t>
            </a:r>
            <a:endParaRPr lang="hu-HU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74D25C-1FC4-1616-FC6C-5C50715F27CD}"/>
              </a:ext>
            </a:extLst>
          </p:cNvPr>
          <p:cNvSpPr txBox="1"/>
          <p:nvPr/>
        </p:nvSpPr>
        <p:spPr>
          <a:xfrm>
            <a:off x="4589595" y="2026987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Name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13085D-DF53-078D-F112-CF6984182C44}"/>
              </a:ext>
            </a:extLst>
          </p:cNvPr>
          <p:cNvSpPr txBox="1"/>
          <p:nvPr/>
        </p:nvSpPr>
        <p:spPr>
          <a:xfrm>
            <a:off x="4589594" y="2228413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Birthdate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78A5B9-D55A-0FBD-4798-03434246D005}"/>
              </a:ext>
            </a:extLst>
          </p:cNvPr>
          <p:cNvSpPr txBox="1"/>
          <p:nvPr/>
        </p:nvSpPr>
        <p:spPr>
          <a:xfrm>
            <a:off x="8322558" y="2984581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404040"/>
                </a:solidFill>
                <a:latin typeface="Lato" panose="020F0502020204030203" pitchFamily="34" charset="0"/>
              </a:rPr>
              <a:t>Plate_number</a:t>
            </a:r>
            <a:endParaRPr lang="hu-HU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FD662D-556E-C5D7-735B-BDF591431EAD}"/>
              </a:ext>
            </a:extLst>
          </p:cNvPr>
          <p:cNvSpPr txBox="1"/>
          <p:nvPr/>
        </p:nvSpPr>
        <p:spPr>
          <a:xfrm>
            <a:off x="4589593" y="1608681"/>
            <a:ext cx="14825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ID (PK)</a:t>
            </a:r>
            <a:endParaRPr lang="hu-HU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072ACC-E6C5-4E7D-A751-7FD98672CC1B}"/>
              </a:ext>
            </a:extLst>
          </p:cNvPr>
          <p:cNvSpPr txBox="1"/>
          <p:nvPr/>
        </p:nvSpPr>
        <p:spPr>
          <a:xfrm>
            <a:off x="8322557" y="2775025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404040"/>
                </a:solidFill>
                <a:latin typeface="Lato" panose="020F0502020204030203" pitchFamily="34" charset="0"/>
              </a:rPr>
              <a:t>Owner_id</a:t>
            </a:r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 (FK)</a:t>
            </a:r>
            <a:endParaRPr lang="hu-HU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29B818-DE48-8E66-4ECD-B481177925B3}"/>
              </a:ext>
            </a:extLst>
          </p:cNvPr>
          <p:cNvSpPr txBox="1"/>
          <p:nvPr/>
        </p:nvSpPr>
        <p:spPr>
          <a:xfrm>
            <a:off x="8322556" y="3170525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Color</a:t>
            </a:r>
            <a:endParaRPr lang="hu-HU" sz="1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FBAE07-284E-455C-DFE2-FBB1D361374C}"/>
              </a:ext>
            </a:extLst>
          </p:cNvPr>
          <p:cNvSpPr txBox="1"/>
          <p:nvPr/>
        </p:nvSpPr>
        <p:spPr>
          <a:xfrm>
            <a:off x="8322554" y="3358706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Brand</a:t>
            </a:r>
            <a:endParaRPr lang="hu-HU" sz="1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69E8CD-D0D7-00AD-4F03-911B2FFD37A3}"/>
              </a:ext>
            </a:extLst>
          </p:cNvPr>
          <p:cNvSpPr txBox="1"/>
          <p:nvPr/>
        </p:nvSpPr>
        <p:spPr>
          <a:xfrm>
            <a:off x="5571164" y="4740474"/>
            <a:ext cx="14757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IMEI (PK)</a:t>
            </a:r>
            <a:endParaRPr lang="hu-HU" sz="1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4A6E49-250B-E497-99F2-F83A909361A5}"/>
              </a:ext>
            </a:extLst>
          </p:cNvPr>
          <p:cNvSpPr txBox="1"/>
          <p:nvPr/>
        </p:nvSpPr>
        <p:spPr>
          <a:xfrm>
            <a:off x="8322554" y="2528804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ID (PK)</a:t>
            </a:r>
            <a:endParaRPr lang="hu-HU" sz="1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1199155-AF47-2435-2F42-3E6D2DC716D2}"/>
              </a:ext>
            </a:extLst>
          </p:cNvPr>
          <p:cNvSpPr txBox="1"/>
          <p:nvPr/>
        </p:nvSpPr>
        <p:spPr>
          <a:xfrm>
            <a:off x="8972034" y="4860877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ID (PK)</a:t>
            </a:r>
            <a:endParaRPr lang="hu-HU" sz="1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495D81-C6A1-D67E-AD26-956FD5FE2CE0}"/>
              </a:ext>
            </a:extLst>
          </p:cNvPr>
          <p:cNvSpPr txBox="1"/>
          <p:nvPr/>
        </p:nvSpPr>
        <p:spPr>
          <a:xfrm>
            <a:off x="2068702" y="5129469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ID (PK)</a:t>
            </a:r>
            <a:endParaRPr lang="hu-HU" sz="1000" dirty="0"/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F776E21D-680E-4D50-C710-C2C00ABC0FE3}"/>
              </a:ext>
            </a:extLst>
          </p:cNvPr>
          <p:cNvCxnSpPr>
            <a:cxnSpLocks/>
            <a:stCxn id="38" idx="3"/>
            <a:endCxn id="45" idx="1"/>
          </p:cNvCxnSpPr>
          <p:nvPr/>
        </p:nvCxnSpPr>
        <p:spPr>
          <a:xfrm flipV="1">
            <a:off x="2024552" y="1731792"/>
            <a:ext cx="2565041" cy="182788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3AB57D4E-E5FB-CDD5-C71A-440BAEE3C19A}"/>
              </a:ext>
            </a:extLst>
          </p:cNvPr>
          <p:cNvCxnSpPr>
            <a:cxnSpLocks/>
            <a:stCxn id="46" idx="1"/>
            <a:endCxn id="45" idx="3"/>
          </p:cNvCxnSpPr>
          <p:nvPr/>
        </p:nvCxnSpPr>
        <p:spPr>
          <a:xfrm rot="10800000">
            <a:off x="6072165" y="1731792"/>
            <a:ext cx="2250393" cy="11663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3BE3BD3-1C39-E106-C19A-A445DCBB0D54}"/>
              </a:ext>
            </a:extLst>
          </p:cNvPr>
          <p:cNvCxnSpPr>
            <a:cxnSpLocks/>
            <a:stCxn id="153" idx="3"/>
            <a:endCxn id="39" idx="3"/>
          </p:cNvCxnSpPr>
          <p:nvPr/>
        </p:nvCxnSpPr>
        <p:spPr>
          <a:xfrm>
            <a:off x="2023172" y="3264902"/>
            <a:ext cx="1503379" cy="2286219"/>
          </a:xfrm>
          <a:prstGeom prst="bentConnector3">
            <a:avLst>
              <a:gd name="adj1" fmla="val 1152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7A740072-51D5-96DA-74F7-701188B5E57F}"/>
              </a:ext>
            </a:extLst>
          </p:cNvPr>
          <p:cNvCxnSpPr>
            <a:cxnSpLocks/>
            <a:stCxn id="41" idx="3"/>
            <a:endCxn id="40" idx="3"/>
          </p:cNvCxnSpPr>
          <p:nvPr/>
        </p:nvCxnSpPr>
        <p:spPr>
          <a:xfrm>
            <a:off x="2024554" y="3052100"/>
            <a:ext cx="1501992" cy="2705854"/>
          </a:xfrm>
          <a:prstGeom prst="bentConnector3">
            <a:avLst>
              <a:gd name="adj1" fmla="val 1380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97897BA2-3B95-4F8A-CE72-32FE7B91D334}"/>
              </a:ext>
            </a:extLst>
          </p:cNvPr>
          <p:cNvCxnSpPr>
            <a:cxnSpLocks/>
            <a:stCxn id="155" idx="1"/>
            <a:endCxn id="34" idx="1"/>
          </p:cNvCxnSpPr>
          <p:nvPr/>
        </p:nvCxnSpPr>
        <p:spPr>
          <a:xfrm rot="10800000" flipH="1" flipV="1">
            <a:off x="4589591" y="1929979"/>
            <a:ext cx="974769" cy="3360505"/>
          </a:xfrm>
          <a:prstGeom prst="bentConnector3">
            <a:avLst>
              <a:gd name="adj1" fmla="val -2345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3D97A92B-9331-F876-D755-D878969AF3B6}"/>
              </a:ext>
            </a:extLst>
          </p:cNvPr>
          <p:cNvCxnSpPr>
            <a:cxnSpLocks/>
            <a:stCxn id="52" idx="3"/>
            <a:endCxn id="35" idx="1"/>
          </p:cNvCxnSpPr>
          <p:nvPr/>
        </p:nvCxnSpPr>
        <p:spPr>
          <a:xfrm>
            <a:off x="7046941" y="4863585"/>
            <a:ext cx="1925093" cy="403579"/>
          </a:xfrm>
          <a:prstGeom prst="bentConnector3">
            <a:avLst>
              <a:gd name="adj1" fmla="val 5514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E5F6495A-ECAE-727B-C2B0-70BDF9934125}"/>
              </a:ext>
            </a:extLst>
          </p:cNvPr>
          <p:cNvCxnSpPr>
            <a:cxnSpLocks/>
            <a:stCxn id="130" idx="3"/>
            <a:endCxn id="36" idx="1"/>
          </p:cNvCxnSpPr>
          <p:nvPr/>
        </p:nvCxnSpPr>
        <p:spPr>
          <a:xfrm>
            <a:off x="7053735" y="5024405"/>
            <a:ext cx="1918299" cy="43124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AD9279F-1EC9-D82B-6EF2-11B3C22462BE}"/>
              </a:ext>
            </a:extLst>
          </p:cNvPr>
          <p:cNvSpPr txBox="1"/>
          <p:nvPr/>
        </p:nvSpPr>
        <p:spPr>
          <a:xfrm>
            <a:off x="2043982" y="5845817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Amount</a:t>
            </a:r>
            <a:endParaRPr lang="hu-HU" sz="1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9A556CB-B90C-20A3-DA04-1F11D7F632F0}"/>
              </a:ext>
            </a:extLst>
          </p:cNvPr>
          <p:cNvSpPr txBox="1"/>
          <p:nvPr/>
        </p:nvSpPr>
        <p:spPr>
          <a:xfrm>
            <a:off x="4056331" y="1503755"/>
            <a:ext cx="5816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1 or 2</a:t>
            </a:r>
            <a:endParaRPr lang="hu-HU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ED397B1-77F2-B76C-38FB-058DC92AF605}"/>
              </a:ext>
            </a:extLst>
          </p:cNvPr>
          <p:cNvSpPr txBox="1"/>
          <p:nvPr/>
        </p:nvSpPr>
        <p:spPr>
          <a:xfrm>
            <a:off x="3454131" y="5382131"/>
            <a:ext cx="4016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*</a:t>
            </a:r>
            <a:endParaRPr lang="hu-HU" sz="12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8013A83-BE9A-C7D9-4210-32D6919818FE}"/>
              </a:ext>
            </a:extLst>
          </p:cNvPr>
          <p:cNvSpPr txBox="1"/>
          <p:nvPr/>
        </p:nvSpPr>
        <p:spPr>
          <a:xfrm>
            <a:off x="3454130" y="5586195"/>
            <a:ext cx="4016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*</a:t>
            </a:r>
            <a:endParaRPr lang="hu-HU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9D96228-D05D-700D-18A4-9349C249B081}"/>
              </a:ext>
            </a:extLst>
          </p:cNvPr>
          <p:cNvSpPr txBox="1"/>
          <p:nvPr/>
        </p:nvSpPr>
        <p:spPr>
          <a:xfrm>
            <a:off x="1968731" y="2839298"/>
            <a:ext cx="4016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1</a:t>
            </a:r>
            <a:endParaRPr lang="hu-HU" sz="12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9E469CF-7DF2-CDE7-E214-546D322B70E9}"/>
              </a:ext>
            </a:extLst>
          </p:cNvPr>
          <p:cNvSpPr txBox="1"/>
          <p:nvPr/>
        </p:nvSpPr>
        <p:spPr>
          <a:xfrm>
            <a:off x="1971036" y="3054066"/>
            <a:ext cx="4016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1</a:t>
            </a:r>
            <a:endParaRPr lang="hu-HU" sz="12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8B08E97-AA6C-A32C-45D8-F5CE0ECA3EEA}"/>
              </a:ext>
            </a:extLst>
          </p:cNvPr>
          <p:cNvSpPr txBox="1"/>
          <p:nvPr/>
        </p:nvSpPr>
        <p:spPr>
          <a:xfrm>
            <a:off x="7939632" y="2655003"/>
            <a:ext cx="441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0, *</a:t>
            </a:r>
            <a:endParaRPr lang="hu-HU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AC6586D-995E-776E-2C2B-E649C56D1EFB}"/>
              </a:ext>
            </a:extLst>
          </p:cNvPr>
          <p:cNvSpPr txBox="1"/>
          <p:nvPr/>
        </p:nvSpPr>
        <p:spPr>
          <a:xfrm>
            <a:off x="6013218" y="1478071"/>
            <a:ext cx="5816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1</a:t>
            </a:r>
            <a:endParaRPr lang="hu-HU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317F904-1B34-5838-51C2-5208EE9E1989}"/>
              </a:ext>
            </a:extLst>
          </p:cNvPr>
          <p:cNvSpPr txBox="1"/>
          <p:nvPr/>
        </p:nvSpPr>
        <p:spPr>
          <a:xfrm>
            <a:off x="1965665" y="3326292"/>
            <a:ext cx="441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0, *</a:t>
            </a:r>
            <a:endParaRPr lang="hu-HU" sz="1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0662750-F265-B5DA-32EF-640507826111}"/>
              </a:ext>
            </a:extLst>
          </p:cNvPr>
          <p:cNvSpPr txBox="1"/>
          <p:nvPr/>
        </p:nvSpPr>
        <p:spPr>
          <a:xfrm rot="5400000">
            <a:off x="2878892" y="4059509"/>
            <a:ext cx="15705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404040"/>
                </a:solidFill>
                <a:latin typeface="Lato" panose="020F0502020204030203" pitchFamily="34" charset="0"/>
              </a:rPr>
              <a:t>Transfering</a:t>
            </a:r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 money from</a:t>
            </a:r>
            <a:endParaRPr lang="hu-HU" sz="10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B2F9269-08F2-CBF6-F6D5-446FA61160A8}"/>
              </a:ext>
            </a:extLst>
          </p:cNvPr>
          <p:cNvSpPr txBox="1"/>
          <p:nvPr/>
        </p:nvSpPr>
        <p:spPr>
          <a:xfrm rot="5400000">
            <a:off x="3315334" y="4084915"/>
            <a:ext cx="14142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404040"/>
                </a:solidFill>
                <a:latin typeface="Lato" panose="020F0502020204030203" pitchFamily="34" charset="0"/>
              </a:rPr>
              <a:t>Transfering</a:t>
            </a:r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 money to</a:t>
            </a:r>
            <a:endParaRPr lang="hu-HU" sz="10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4B18CC2-00A0-9C79-9BC0-2E1FD94B4EEE}"/>
              </a:ext>
            </a:extLst>
          </p:cNvPr>
          <p:cNvSpPr txBox="1"/>
          <p:nvPr/>
        </p:nvSpPr>
        <p:spPr>
          <a:xfrm>
            <a:off x="5571164" y="4901294"/>
            <a:ext cx="14825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 </a:t>
            </a:r>
            <a:endParaRPr lang="hu-HU" sz="10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D7BD135-FFE1-4FC5-C913-235E89673FCB}"/>
              </a:ext>
            </a:extLst>
          </p:cNvPr>
          <p:cNvSpPr txBox="1"/>
          <p:nvPr/>
        </p:nvSpPr>
        <p:spPr>
          <a:xfrm>
            <a:off x="7496399" y="4653558"/>
            <a:ext cx="15705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Call from phone</a:t>
            </a:r>
            <a:endParaRPr lang="hu-HU" sz="10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4BF2982-B25C-178C-F0E1-B97AFEB3EA99}"/>
              </a:ext>
            </a:extLst>
          </p:cNvPr>
          <p:cNvSpPr txBox="1"/>
          <p:nvPr/>
        </p:nvSpPr>
        <p:spPr>
          <a:xfrm>
            <a:off x="7537261" y="5421283"/>
            <a:ext cx="15705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Call to phone</a:t>
            </a:r>
            <a:endParaRPr lang="hu-HU" sz="10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2771DC8-B217-02A9-4729-B610B0886A2B}"/>
              </a:ext>
            </a:extLst>
          </p:cNvPr>
          <p:cNvSpPr txBox="1"/>
          <p:nvPr/>
        </p:nvSpPr>
        <p:spPr>
          <a:xfrm>
            <a:off x="8606100" y="5024577"/>
            <a:ext cx="441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0, *</a:t>
            </a:r>
            <a:endParaRPr lang="hu-HU" sz="12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D53F887-37C6-6F91-5667-6DB35EA15617}"/>
              </a:ext>
            </a:extLst>
          </p:cNvPr>
          <p:cNvSpPr txBox="1"/>
          <p:nvPr/>
        </p:nvSpPr>
        <p:spPr>
          <a:xfrm>
            <a:off x="8605619" y="5238502"/>
            <a:ext cx="441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0, *</a:t>
            </a:r>
            <a:endParaRPr lang="hu-HU" sz="12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F86577A-1945-59B8-7D6F-147A168D79CA}"/>
              </a:ext>
            </a:extLst>
          </p:cNvPr>
          <p:cNvSpPr txBox="1"/>
          <p:nvPr/>
        </p:nvSpPr>
        <p:spPr>
          <a:xfrm>
            <a:off x="6993291" y="4638168"/>
            <a:ext cx="4016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1</a:t>
            </a:r>
            <a:endParaRPr lang="hu-HU" sz="12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00BF8FB-C582-E92E-C3A3-4BC4D31AD536}"/>
              </a:ext>
            </a:extLst>
          </p:cNvPr>
          <p:cNvSpPr txBox="1"/>
          <p:nvPr/>
        </p:nvSpPr>
        <p:spPr>
          <a:xfrm>
            <a:off x="6987556" y="4806864"/>
            <a:ext cx="4016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1</a:t>
            </a:r>
            <a:endParaRPr lang="hu-HU" sz="12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FCD58A9-7D1F-CB89-5656-753EA5DADE5B}"/>
              </a:ext>
            </a:extLst>
          </p:cNvPr>
          <p:cNvSpPr txBox="1"/>
          <p:nvPr/>
        </p:nvSpPr>
        <p:spPr>
          <a:xfrm>
            <a:off x="5204630" y="5048733"/>
            <a:ext cx="441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0, *</a:t>
            </a:r>
            <a:endParaRPr lang="hu-HU" sz="12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3A7E5A4-FEBF-A838-758A-744466210235}"/>
              </a:ext>
            </a:extLst>
          </p:cNvPr>
          <p:cNvSpPr txBox="1"/>
          <p:nvPr/>
        </p:nvSpPr>
        <p:spPr>
          <a:xfrm>
            <a:off x="4380695" y="1709919"/>
            <a:ext cx="441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</a:rPr>
              <a:t>1</a:t>
            </a:r>
            <a:endParaRPr lang="hu-HU" sz="12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9F73C20-BBA4-FB37-9301-3EEB7CB45F56}"/>
              </a:ext>
            </a:extLst>
          </p:cNvPr>
          <p:cNvSpPr txBox="1"/>
          <p:nvPr/>
        </p:nvSpPr>
        <p:spPr>
          <a:xfrm>
            <a:off x="540601" y="3141791"/>
            <a:ext cx="14825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 </a:t>
            </a:r>
            <a:endParaRPr lang="hu-HU" sz="10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9A113CC-BD1D-76FF-64E6-717E46C9AD90}"/>
              </a:ext>
            </a:extLst>
          </p:cNvPr>
          <p:cNvSpPr txBox="1"/>
          <p:nvPr/>
        </p:nvSpPr>
        <p:spPr>
          <a:xfrm>
            <a:off x="4589592" y="1806869"/>
            <a:ext cx="13216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404040"/>
                </a:solidFill>
                <a:latin typeface="Lato" panose="020F0502020204030203" pitchFamily="34" charset="0"/>
              </a:rPr>
              <a:t> </a:t>
            </a:r>
            <a:endParaRPr lang="hu-HU" sz="1000" dirty="0"/>
          </a:p>
        </p:txBody>
      </p:sp>
    </p:spTree>
    <p:extLst>
      <p:ext uri="{BB962C8B-B14F-4D97-AF65-F5344CB8AC3E}">
        <p14:creationId xmlns:p14="http://schemas.microsoft.com/office/powerpoint/2010/main" val="1275456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121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Orsika Labuda</dc:creator>
  <cp:lastModifiedBy>Orsika Labuda</cp:lastModifiedBy>
  <cp:revision>40</cp:revision>
  <dcterms:created xsi:type="dcterms:W3CDTF">2022-05-19T17:37:49Z</dcterms:created>
  <dcterms:modified xsi:type="dcterms:W3CDTF">2022-05-19T18:58:25Z</dcterms:modified>
</cp:coreProperties>
</file>